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A7EA4">
              <a:alpha val="15000"/>
            </a:srgbClr>
          </a:solidFill>
          <a:ln w="12700">
            <a:solidFill>
              <a:srgbClr val="0A7EA4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ET AutoTech Hackathon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AutoChain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Resilient Supply Chain &amp; Smart Manufacturing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1148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34640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240+ Suppliers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2834640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 Risk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Copilot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834640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Smart Mfg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1: AI for Resilient Automotive Supply Chains &amp; Smart Manufacturing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AutoChain AI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61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Global Complexity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9047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supply chains span 180+ countries with 3-5 supplier tiers, creating fragile interdependencies that break under stress.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61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Reactive vs Proactive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49047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OEMs detect disruptions only after impact. TSMC, COVID, and chip shortage cost industry $210 billion in lost revenue.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70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Fragmentation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9923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across procurement, manufacturing, logistics &amp; commodities. Decisions made on stale spreadsheets.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56032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670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Manufacturing Blind Spots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99923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issues, energy waste, and process inefficiencies go undetected without real-time AI-driven analytics on the shop floor.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Challenge: Build an AI system that predicts, mitigates, and prevents supply chain disruptions while enhancing shop floor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AutoChain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Integrated Intelligence Modules working in real-time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1A3A5C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Radar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67004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scoring across 240+ suppliers, 18 countries. Geopolitical, logistics, commodity signals.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1A3A5C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4630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66544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Sourcing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66544" y="267004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alternate suppliers, countries, materials instantly. Reduces geo-concentration risk.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1A3A5C"/>
          </a:solidFill>
          <a:ln w="1270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15384" y="1463040"/>
            <a:ext cx="594360" cy="59436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5384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85616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616" y="267004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Cp/Cpk monitoring, OEE tracking, energy prediction, computer vision defect detection.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1A3A5C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34456" y="146304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34456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Intelligence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04688" y="267004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forecasting, material substitution, hedging signals for electronics, metals, energy.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0608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1A3A5C"/>
          </a:solidFill>
          <a:ln w="12700">
            <a:solidFill>
              <a:srgbClr val="00C8C8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53528" y="1463040"/>
            <a:ext cx="594360" cy="594360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3528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67004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for supply chain decisions. Extracts meeting actions, generates briefings.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4572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Intelligence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468880" y="97840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97840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ERP/SAP feeds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730752" y="97840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97840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92624" y="97840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624" y="97840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APIs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54496" y="97840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97840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feeds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516368" y="97840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97840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portals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1755648"/>
            <a:ext cx="0" cy="146304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96596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ENGINE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68880" y="207568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07568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ML Model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30752" y="207568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207568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92624" y="207568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207568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Analytics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54496" y="207568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07568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Defect Model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516368" y="207568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368" y="207568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Copilot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80560" y="2852928"/>
            <a:ext cx="0" cy="146304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6324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317296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17296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30752" y="317296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0752" y="317296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Sourcing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92624" y="317296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317296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 Insights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54496" y="317296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317296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Intel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516368" y="317296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6368" y="317296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Extraction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80560" y="3950208"/>
            <a:ext cx="0" cy="146304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16052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68880" y="427024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0" y="427024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30752" y="427024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0752" y="427024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992624" y="427024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92624" y="427024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54496" y="427024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427024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/ Email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516368" y="4270248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16368" y="427024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14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₹3.2Cr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cost avoided/incident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68880" y="8686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914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468880" y="166420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supplier risk exposure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914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166420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OEE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8686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914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166420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material cost via substitution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Analysis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Disruption cost avoidance (3 incidents/yr)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₹9.6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Alternate sourcing — 8% avg cost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OEE improvement from smart manufacturing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₹2.8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optimization (₹42K/day savings)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ANNUAL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₹18.1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3-year ROI: 840%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6974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6868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235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Risk Radar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5420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across geopolitics, logistics, commodity &amp; supplier tiers | ML model trained on 5 years of disruption signals | 30-day forward disruption forecast by category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72968" y="868680"/>
            <a:ext cx="26974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72968" y="86868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9235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Alternate Sourcing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64408" y="1325880"/>
            <a:ext cx="25420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recommendation of backup suppliers | Screens 240+ pre-vetted global suppliers | Considers lead time, cost delta, geopolitical risk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25896" y="868680"/>
            <a:ext cx="26974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25896" y="86868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0A7EA4">
              <a:alpha val="90000"/>
            </a:srgbClr>
          </a:solidFill>
          <a:ln w="12700">
            <a:solidFill>
              <a:srgbClr val="0A7EA4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17336" y="9235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Smart Manufacturing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17336" y="1325880"/>
            <a:ext cx="25420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Cp/Cpk monitoring per production line | Computer vision defect detection at 99.2% accuracy | Energy forecasting &amp; peak demand optimization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26974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346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10B981">
              <a:alpha val="90000"/>
            </a:srgbClr>
          </a:solidFill>
          <a:ln w="12700">
            <a:solidFill>
              <a:srgbClr val="10B981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89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Commodity Intel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291840"/>
            <a:ext cx="25420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forecasting for 12 key automotive commodities | AI-suggested material substitutions (e.g., LFP for Cobalt) | Hedging signals with confidence scoring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72968" y="2834640"/>
            <a:ext cx="26974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28346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00C8C8">
              <a:alpha val="90000"/>
            </a:srgbClr>
          </a:solidFill>
          <a:ln w="12700">
            <a:solidFill>
              <a:srgbClr val="00C8C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889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Copilot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3291840"/>
            <a:ext cx="25420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 on any supply chain topic | Auto-extracts action items from meeting transcripts | Generates daily risk briefings &amp; procurement summaries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25896" y="2834640"/>
            <a:ext cx="26974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28346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6366F1">
              <a:alpha val="90000"/>
            </a:srgbClr>
          </a:solidFill>
          <a:ln w="12700">
            <a:solidFill>
              <a:srgbClr val="6366F1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2889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ERP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17336" y="3291840"/>
            <a:ext cx="25420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API for SAP, Oracle, Tally integration | Auto-triggered reorder recommendations | Supplier rating updates synced to procurement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Scalability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274320"/>
            <a:ext cx="54864" cy="502920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A3A5C"/>
          </a:solidFill>
          <a:ln w="1270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Innovation Highlights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Multi-signal AI fusing geopolitics, commodities, logistics &amp; manufacturing data in a single risk score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0391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30-day disruption forecast with category-level confidence bands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Computer vision quality control — 99.2% accuracy at 48 units/min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3044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Geopolitical concentration scoring — flags single-country dependencies automatically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547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NLP meeting intelligence — extracts action items from transcripts automatically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40507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Energy-production correlation model linked to real-time OEE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A3A5C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Scalability Roadmap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536192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(0-3M)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819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1 OEM, 50 suppliers, 2 plants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(3-9M)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569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 OEMs, 250 suppliers, full 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3035808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72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(9-18M)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platform, global deployment, tier-2 visibility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3785616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(18M+)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procurement agent, blockchain traceability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0A7EA4">
              <a:alpha val="8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AutoChain AI — Working Prototype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5054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Global Risk Map — hover to explore supplier risks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889504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926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Live Alerts Feed — real-time disruption signals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310128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3467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Alternate Sourcing — click "Find Alt" to see AI recommendations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3730752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7673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Manufacturing Analytics — Cpk, OEE, defect detection, energy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4151376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187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Copilot — natural language supply chain 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Let's build a resilient automotive future with AI 🚗⚡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AutoChain AI — ET AutoTech Hackathon 2026</dc:title>
  <dc:subject>PptxGenJS Presentation</dc:subject>
  <dc:creator>PptxGenJS</dc:creator>
  <cp:lastModifiedBy>PptxGenJS</cp:lastModifiedBy>
  <cp:revision>1</cp:revision>
  <dcterms:created xsi:type="dcterms:W3CDTF">2026-06-10T18:16:26Z</dcterms:created>
  <dcterms:modified xsi:type="dcterms:W3CDTF">2026-06-10T18:16:26Z</dcterms:modified>
</cp:coreProperties>
</file>